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4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 showGuides="1">
      <p:cViewPr>
        <p:scale>
          <a:sx n="82" d="100"/>
          <a:sy n="82" d="100"/>
        </p:scale>
        <p:origin x="816" y="596"/>
      </p:cViewPr>
      <p:guideLst>
        <p:guide orient="horz" pos="777"/>
        <p:guide pos="4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FF82-25B6-9905-2EF0-412FB656F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5A468-A5EC-B423-62EA-C1C85F4F4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39F5D-E28F-E2E1-8FFE-7B5BDE6C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DF0C-B466-6CFD-5172-85029FC5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4E69D-3B78-3B51-47C0-CA306431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42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1DBF-538B-4022-BC9F-FA1B786F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8E675-AC87-3D96-0EB5-E0A8D1BDB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58F0B-1E2F-1D44-F4D6-F8B8F6AA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E2BBC-7E35-7C96-A6E2-8B837485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FC068-C0F4-F759-6FCC-0D1FC117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41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31CC2-CE87-4C7F-129A-8C74E14E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B2235-0923-C311-AFD2-83D97EAB1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EF30B-8E92-5AD2-527F-76228140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FAC48-4CD1-9284-6630-29B73643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3DCC9-58E0-F38A-214B-EA04950A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78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811D-814D-7097-D1DC-CB6DC233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C0E5E-77BC-2739-D191-C31BD49CA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BB493-B893-B92A-2873-35D7E4A30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A496F-DB83-BAA4-239C-55252F9E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A2D87-282B-6283-4A45-69186476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6A7C4-83B6-2452-017F-ECDDBCD8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10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A5B7-B75E-4CC6-EF89-F768CAA7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DA8DC-47C3-C7E0-5911-B1D796E6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6D5F3-A86E-AEC9-036D-40B930BAB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07661-B472-E95D-6001-7DB5C8E25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237915-EC67-E95F-3DCD-B7B409785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B876E-168E-6DF0-92A7-A201F8CAD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30099B-0482-5982-2113-31E7DF7D9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5D70F-CB4C-7E7B-41BB-7A822EFA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782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3195-0A35-3559-056C-B612E862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755FF-B4AE-7E52-4B15-85131B5B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FD8D7-B52E-2362-9A25-7B4C551F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BB913-6B12-59EF-ACC4-5F9B4564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53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76865-4EC4-619B-1B92-8FA7E60A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179A6-207D-7A49-32B2-E0D5EC9C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4741E-8084-CA43-9ACD-C790AE8A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47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A503-1835-6A0B-C807-1ACB15E0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54F38-2139-2485-FD3E-6B2A7ABAB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B17CE-8AB7-C338-B2E8-11332A73F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400CB-EF74-9B16-14AC-53E3A322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DA7A5-36C6-3CEF-0981-1D277BA1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A44FD-B12E-E630-2CD3-5F4364D5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27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ACF47-6CC7-AC5F-D01B-4542B2E09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CC45A-553C-2DE2-C97B-A4D526C21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F2A10-99C5-4E6C-42E6-5B2E0CD4E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00DD1-930B-6E21-D106-F83C3805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75BED-93CC-08D7-5A20-24969F04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FD75D-F91F-90F1-1058-056A5311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65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471F-2312-0C3E-C0CB-278DB571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E09F7-8C67-2E4F-4BBD-184DF4B84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04203-0DFC-1DEE-4800-6C21B160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B5FA6-959C-0F1A-BD11-BD33CFE63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BA63F-2784-EEA4-502E-597056FC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11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89891-C30D-2446-7CD3-A76D3386A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A712C-6489-050F-3E97-FEE953EFF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3E445-B8AA-40DC-AE7A-02FFC9C1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8E72D-702C-7730-49D9-13154296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5B59B-80B4-99D8-FE7C-9AACD5E9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21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7FCEE-824E-509B-008D-1194A74C9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F664E-B4C2-B140-8906-769089F46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40544-CE23-9FCC-F13F-C79CA77F1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EF17-65EC-4BFC-A2EC-98DF99A7AC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E9FD3-FA69-462E-4BA5-D52C5F472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EE8CA-9A3E-4509-A2BF-D830EC061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4137B-19F2-4112-9FE4-3AEB4CDA5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2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33CD1D-1504-CE68-FFBE-88B685F9E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8F17C2-28A3-C2EF-3279-2F986BBFEDC4}"/>
              </a:ext>
            </a:extLst>
          </p:cNvPr>
          <p:cNvSpPr txBox="1"/>
          <p:nvPr/>
        </p:nvSpPr>
        <p:spPr>
          <a:xfrm>
            <a:off x="567265" y="771682"/>
            <a:ext cx="1048564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Opening / general reflection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just happened in that shift, in your own words?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you most pleased with from that shift?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would you do differently if you ran that shift again?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surprised you?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did the pressure bite hardest, and what did you do with it?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was the hardest single decision, and why?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had to sum that shift up in one word, what would it be?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that shift ask of you that the last one did not?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29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2B5666-AE6B-AA23-A0C9-D19330B11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E9C34E-51FC-CACC-08DA-9E0F930B2E90}"/>
              </a:ext>
            </a:extLst>
          </p:cNvPr>
          <p:cNvSpPr txBox="1"/>
          <p:nvPr/>
        </p:nvSpPr>
        <p:spPr>
          <a:xfrm>
            <a:off x="542571" y="763279"/>
            <a:ext cx="1120514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Priorities and focus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decide to lead with this shift, and why that?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consciously choose </a:t>
            </a:r>
            <a:r>
              <a:rPr lang="en-GB" sz="2400" b="0" i="1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 focus on?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you decide what could wait?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Looking back, was your priority the right one for what the store actually needed?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pulled your attention first when the shift opened?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your priority hold all shift, or did it move? What moved it?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would have had to be true for you to choose a different focus?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34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B4E58F-E009-B83B-6843-8F7A2A410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6F28F7-DDDB-95D8-0F71-AF63C5E0F3B6}"/>
              </a:ext>
            </a:extLst>
          </p:cNvPr>
          <p:cNvSpPr txBox="1"/>
          <p:nvPr/>
        </p:nvSpPr>
        <p:spPr>
          <a:xfrm>
            <a:off x="586188" y="760529"/>
            <a:ext cx="10936801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and approach (act vs observe)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you act quickly, or take time to read the situation first?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that serve you?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did you decide you had enough information to act?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did you jump in when you could have watched a little longer, or the reverse?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cost of waiting in a shift like that?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cost of acting too soon?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 there a moment you wish you had paused before acting?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46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9B302D-A80D-7CE6-36F8-E42DB8274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AB2DAF-48B3-41B9-8E38-E6DDB66D28A4}"/>
              </a:ext>
            </a:extLst>
          </p:cNvPr>
          <p:cNvSpPr txBox="1"/>
          <p:nvPr/>
        </p:nvSpPr>
        <p:spPr>
          <a:xfrm>
            <a:off x="550326" y="763282"/>
            <a:ext cx="1081356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Leadership style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you choose to lead your team this shift?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want your team to feel by the end of that shift?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think your team experienced the way you led?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your style fit the shift, or did you default to how you usually lead?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did you feel the urge to take more control, or to let go more?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would leading that shift the opposite way have cost you?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your people needed a different approach from the rest?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32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FBEECA-C726-2CF2-ABEE-6A86ED37C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544B20-5908-C8D8-9530-F625A848E817}"/>
              </a:ext>
            </a:extLst>
          </p:cNvPr>
          <p:cNvSpPr txBox="1"/>
          <p:nvPr/>
        </p:nvSpPr>
        <p:spPr>
          <a:xfrm>
            <a:off x="558075" y="770374"/>
            <a:ext cx="967855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allocation and trade-offs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you decide where to put your people?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starve in order to feed something else?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was the trade-off you found hardest to make?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had one more pair of hands, where would they have gone?</a:t>
            </a:r>
            <a:endParaRPr lang="en-GB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does that tell you?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your split of effort match the priority you set, or did they pull apart?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protect, even under pressure?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20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8A8415-4AE3-B8B6-403C-9E93B6F38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85241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13B07C-4576-0CDB-0611-4F38E9B4CA50}"/>
              </a:ext>
            </a:extLst>
          </p:cNvPr>
          <p:cNvSpPr txBox="1"/>
          <p:nvPr/>
        </p:nvSpPr>
        <p:spPr>
          <a:xfrm>
            <a:off x="555187" y="768145"/>
            <a:ext cx="1061909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people moment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you think that person actually needed from you?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were they not saying?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confident are you they left that conversation with what they needed?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your response teach them about how to bring you a problem?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Would you handle that person the same way if the store were calmer?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attending to that person cost you elsewhere, and was it worth it?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one of your team comes to you mid-crisis, what is your instinct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it serve you here?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39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E385B-20B2-B4FC-93F2-6AD3F4C97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6DEAF6-1B89-0454-039C-7ECD55A1CA9D}"/>
              </a:ext>
            </a:extLst>
          </p:cNvPr>
          <p:cNvSpPr txBox="1"/>
          <p:nvPr/>
        </p:nvSpPr>
        <p:spPr>
          <a:xfrm>
            <a:off x="556630" y="801369"/>
            <a:ext cx="1070005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2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 and risk appetite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sure were you of your plan when you committed to it?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told you it was a shift to press forward, or one to hold back?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has backing yourself hard paid off, and when has it caught you out?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would you have needed to see to be bolder, or more cautious?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your confidence match the situation, or your mood?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the rest of the team feel about how much you were willing to stake?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5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4D3E1-1E08-F63C-6878-A2A9EDDAA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7F3C98-0E8B-1889-822F-58BBEC66B11E}"/>
              </a:ext>
            </a:extLst>
          </p:cNvPr>
          <p:cNvSpPr txBox="1"/>
          <p:nvPr/>
        </p:nvSpPr>
        <p:spPr>
          <a:xfrm>
            <a:off x="534826" y="754088"/>
            <a:ext cx="10788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Disruptions and the unexpected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it broke, what was the first thing you did?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the disruption change your plan, if at all?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drop to deal with it, and did you pick it back up?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you keep the team steady when things went sideways?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the disruption reveal anything about how you lead under real pressure?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a shift with no disruption tempt you to do differently? (for clean shifts)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ready were you for something to go wrong before it did?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588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06C85B-6723-E78F-F976-8EB60A502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493CB8-1D25-A1B3-C052-D170DFD9A558}"/>
              </a:ext>
            </a:extLst>
          </p:cNvPr>
          <p:cNvSpPr txBox="1"/>
          <p:nvPr/>
        </p:nvSpPr>
        <p:spPr>
          <a:xfrm>
            <a:off x="547444" y="779448"/>
            <a:ext cx="1005682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the store / instinct vs data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were the numbers telling you, and did you believe them?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did your gut and the data disagree, and who won?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notice that the dashboard could not show you?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miss that was there to be seen?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much of your decision was evidence, and how much was instinct?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34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31BFCC-15FE-E20C-9742-B09F32936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C465E1-5233-AE47-2F5A-800BDE767A89}"/>
              </a:ext>
            </a:extLst>
          </p:cNvPr>
          <p:cNvSpPr txBox="1"/>
          <p:nvPr/>
        </p:nvSpPr>
        <p:spPr>
          <a:xfrm>
            <a:off x="570686" y="759738"/>
            <a:ext cx="104225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handover (the unreliable narrator)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much did you trust the handover you were given?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did what you found differ from what you were told?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the previous manager get right, and what did they not?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what point did you stop leaning on the handover and start trusting the floor?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were writing the handover for the next manager, what would you be honest about that this one was not?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71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AFD37-0644-8041-7388-5D85E4C0F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D8E531-510C-1B48-F488-C80C34DF7C91}"/>
              </a:ext>
            </a:extLst>
          </p:cNvPr>
          <p:cNvSpPr txBox="1"/>
          <p:nvPr/>
        </p:nvSpPr>
        <p:spPr>
          <a:xfrm>
            <a:off x="576993" y="769586"/>
            <a:ext cx="1043455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dynamics (you shared the decisions)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you make those calls as a group?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ended up driving the decisions, and how did that happen?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Whose view did not get heard, and what might you have missed because of it?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you handle it when you disagreed?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sharing the decision make it better, slower, or both?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 there a call you made together that no one individually would have made?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the way you worked as a team change from the start of the shift to the end?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5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77FC1D-4D9A-E789-E135-CDF7A1C19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0F5CAE-1D9F-6EC7-CE30-C3E1F16BB483}"/>
              </a:ext>
            </a:extLst>
          </p:cNvPr>
          <p:cNvSpPr txBox="1"/>
          <p:nvPr/>
        </p:nvSpPr>
        <p:spPr>
          <a:xfrm>
            <a:off x="556630" y="760531"/>
            <a:ext cx="1126341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 and pressure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did you feel the pressure most, physically or mentally?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was going through your head at the busiest moment?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you stay the leader you wanted to be when it got hard?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tends to happen to your judgement when the pressure rises?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you look after yourself, and each other, during that shift?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380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5F2AE-78BF-5D82-5879-C80D6B8EC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1DD85-972B-A156-4F9A-C86EDDF91791}"/>
              </a:ext>
            </a:extLst>
          </p:cNvPr>
          <p:cNvSpPr txBox="1"/>
          <p:nvPr/>
        </p:nvSpPr>
        <p:spPr>
          <a:xfrm>
            <a:off x="565821" y="754876"/>
            <a:ext cx="105171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Self-awareness and patterns (strong after later shifts)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becoming a pattern in how you lead these shifts?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you keep coming back to, shift after shift?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have you changed since the first shift, and why?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does this shift confirm about how you lead, and what does it challenge?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are you growing more comfortable, and where are you still avoiding?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someone watched all your shifts back-to-back, how would they describe your leadership signature?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922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18B58B-89F5-BA8C-FB28-DA3251AD1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451" y="-77492"/>
            <a:ext cx="12460901" cy="70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863C42-3B32-7FD8-7CF4-7FDEA431EFFA}"/>
              </a:ext>
            </a:extLst>
          </p:cNvPr>
          <p:cNvSpPr txBox="1"/>
          <p:nvPr/>
        </p:nvSpPr>
        <p:spPr>
          <a:xfrm>
            <a:off x="564380" y="762625"/>
            <a:ext cx="100597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GB" sz="3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to the real workplace</a:t>
            </a:r>
          </a:p>
          <a:p>
            <a:pPr indent="0" algn="l">
              <a:buNone/>
            </a:pPr>
            <a:endParaRPr lang="en-GB" sz="2800" b="1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have you seen a shift like that in your real store?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that shift remind you of from your own team?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one thing from that shift you will try differently on Monday?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on your real team does that person you just handled remind you of?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would your own manager have made of how you led that?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smallest change from today that would make the biggest difference back at work?</a:t>
            </a:r>
            <a:endParaRPr lang="en-GB" sz="105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127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1258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Freebairn</dc:creator>
  <cp:lastModifiedBy>Chris Freebairn</cp:lastModifiedBy>
  <cp:revision>3</cp:revision>
  <dcterms:created xsi:type="dcterms:W3CDTF">2026-09-08T11:57:56Z</dcterms:created>
  <dcterms:modified xsi:type="dcterms:W3CDTF">2026-09-18T14:49:40Z</dcterms:modified>
</cp:coreProperties>
</file>